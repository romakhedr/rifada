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8636" y="82296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08676" y="1234440"/>
            <a:ext cx="822960" cy="640080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45836" y="1691640"/>
            <a:ext cx="54864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8756" y="1051560"/>
            <a:ext cx="960120" cy="777240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1636" y="1600200"/>
            <a:ext cx="64008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رفادة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0" y="40690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1F5EE"/>
                </a:solidFill>
              </a:rPr>
              <a:t>Rifada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التكافل المجتمعي في الحي الواحد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F5EE"/>
                </a:solidFill>
              </a:rPr>
              <a:t>PRD وعرض تقديمي — سبتمبر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فكرة التطبيق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08792" cy="18288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00200"/>
            <a:ext cx="101772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ويب خفيف وسهل الاستخدام يربط بين سكان الحي الواحد لتحقيق التكافل المجتمعي المصغر، وتبادل الأدوات والكتب الدراسية، والإبلاغ عن احتياجات البنية التحتية البسيطة لتسهيل التواصل مع لجان التطوير المجتمعي.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46732" y="3657600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استعارة الأدوات والكتب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774436" y="3657600"/>
            <a:ext cx="640080" cy="64008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8" name="Text 6"/>
          <p:cNvSpPr/>
          <p:nvPr/>
        </p:nvSpPr>
        <p:spPr>
          <a:xfrm>
            <a:off x="4367784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بلاغات عطل مصورة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2140" y="3657600"/>
            <a:ext cx="640080" cy="64008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8095488" y="4480560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حصص دعم تطوعية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القيمة والمصلحة المجتمعية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تقليل الهدر المالي والبيئي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تشجيع إعادة إعارة الأدوات والأجهزة المؤقتة والكتب الدراسية بدلاً من شرائها جديدة.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التمكين التعليمي التطوعي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مساحة آمنة لتنظيم حصص دعم ومراجعة مجانية لأطفال الحي المحتاجين للمساعدة.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97680"/>
            <a:ext cx="10451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الاستجابة السريعة للخدمات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1045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بلاغات مجتمعي مصور يرفع الملاحظات المحلية للجهات المعنية بطريقة منظمة.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لماذا هو نادر وغير معقّد؟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25796" cy="2743200"/>
          </a:xfrm>
          <a:prstGeom prst="roundRect">
            <a:avLst>
              <a:gd name="adj" fmla="val 5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مبسّطة للجميع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0"/>
            <a:ext cx="44942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أيقونات واضحة تناسب كل الفئات العمرية بمن فيهم كبار السن.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3076" y="1554480"/>
            <a:ext cx="5225796" cy="274320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88836" y="1828800"/>
            <a:ext cx="44942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ثقة محلية ضيقة النطاق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688836" y="2560320"/>
            <a:ext cx="44942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يركز على الحي أو المنطقة السكنية فقط، بدون خوارزميات معقدة.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الاسم والهوية البصرية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2194560" cy="21945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4" name="Shape 2"/>
          <p:cNvSpPr/>
          <p:nvPr/>
        </p:nvSpPr>
        <p:spPr>
          <a:xfrm>
            <a:off x="1428750" y="2009394"/>
            <a:ext cx="699516" cy="544068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5336" y="2398014"/>
            <a:ext cx="466344" cy="582930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2818" y="1853946"/>
            <a:ext cx="816102" cy="660654"/>
          </a:xfrm>
          <a:prstGeom prst="triangle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8266" y="2320290"/>
            <a:ext cx="544068" cy="699516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رفادة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5E5A"/>
                </a:solidFill>
              </a:rPr>
              <a:t>Rifada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155448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55448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تركوازي (أساسي)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77556" y="155448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D85A30"/>
          </a:solidFill>
          <a:ln/>
        </p:spPr>
      </p:sp>
      <p:sp>
        <p:nvSpPr>
          <p:cNvPr id="13" name="Text 11"/>
          <p:cNvSpPr/>
          <p:nvPr/>
        </p:nvSpPr>
        <p:spPr>
          <a:xfrm>
            <a:off x="7877556" y="155448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كورال (ثانوي)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60604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EF9F27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260604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كهرماني (تمييز)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77556" y="2606040"/>
            <a:ext cx="3671316" cy="731520"/>
          </a:xfrm>
          <a:prstGeom prst="roundRect">
            <a:avLst>
              <a:gd name="adj" fmla="val 10000"/>
            </a:avLst>
          </a:prstGeom>
          <a:solidFill>
            <a:srgbClr val="5F5E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77556" y="2606040"/>
            <a:ext cx="367131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رمادي (نص)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7616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الخط: Sans بوزنين فقط (عادي وشبه غامق) لبقاء الواجهة بسيطة وواضحة لجميع الأعمار.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البنية التقنية (Full-Stack)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92452" y="1965960"/>
            <a:ext cx="548640" cy="5486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الواجهة الأمامية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على Vercel لسرعة فائقة واستجابة على الهواتف.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7784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D85A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20156" y="1965960"/>
            <a:ext cx="548640" cy="5486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4596384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البيانات والخلفية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6384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لإدارة الحسابات وتخزين صور البلاغات والمشاركات.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5488" y="1645920"/>
            <a:ext cx="3453384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F9F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47860" y="1965960"/>
            <a:ext cx="548640" cy="54864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4088" y="27432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معالجة الطلبات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4088" y="3291840"/>
            <a:ext cx="2996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 لترتيب العروض والطلبات حسب القرب الجغرافي.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الشاشات الرئيسية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53384" cy="16459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الشاشة الرئيسية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أربع اختصارات أساسية، وقائمة قريب منك للطلبات والبلاغات النشطة.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7784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7784" y="1554480"/>
            <a:ext cx="3453384" cy="1645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2104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بلاغ عطل جديد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2104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صورة، نوع المشكلة، وصف قصير، موقع تلقائي، وتأكيد جماعي من الجيران.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5488" y="1554480"/>
            <a:ext cx="3453384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3D1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5488" y="1554480"/>
            <a:ext cx="3453384" cy="16459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9808" y="1920240"/>
            <a:ext cx="2904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استعارة أداة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9808" y="2423160"/>
            <a:ext cx="290474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 التوفر، مدة الاستعارة، وسجل عمليات الإعارة الناجحة لبناء الثقة.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الخطوات القادمة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817352" y="18288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817352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نموذج أولي (MVP) بشاشات البلاغ والاستعارة والرئيسية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17352" y="2788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817352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قاعدة بيانات Supabase للمستخدمين والبلاغات والعروض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817352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81735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 مع عينة من سكان حي واحد قبل التوسع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817352" y="4709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817352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9720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التواصل مع لجنة تطوير الحي لدمج نظام البلاغات رسمياً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رفادة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8855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2026-09-08T22:12:47Z</dcterms:created>
  <dcterms:modified xsi:type="dcterms:W3CDTF">2026-09-08T22:12:47Z</dcterms:modified>
</cp:coreProperties>
</file>